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8288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PhotosChat Browser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94360" y="2880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Code Walkthrough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PostgreSQL 18 · pgvector · CLIP · InsightFace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PhotosChat Browser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169164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69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search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52704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ILIKE filters on pathname, camera, lens, aperture, shutter, ISO, focal length, caption, and date range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60120"/>
            <a:ext cx="73152" cy="169164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069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tagging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152704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tsvector full-text search against an analysis_tags column using plainto_tsquery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288036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880360"/>
            <a:ext cx="73152" cy="169164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632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990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similarity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57200" y="34472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 encodes the query image into a 512-d vector; pgvector finds nearest neighbours by cosine distance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88036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880360"/>
            <a:ext cx="73152" cy="169164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632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990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similarity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37760" y="34472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ArcFace extracts a 512-d embedding from the largest detected face; pgvector finds matching faces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Startup &amp; Mode Selection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960120"/>
            <a:ext cx="41148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960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starts — main()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0" cy="18288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645920"/>
            <a:ext cx="4114800" cy="50292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645920"/>
            <a:ext cx="411480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Streamlit page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907438"/>
            <a:ext cx="41148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layout, sidebar open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29000" y="2148840"/>
            <a:ext cx="0" cy="18288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331720"/>
            <a:ext cx="4114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331720"/>
            <a:ext cx="411480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PostgreSQL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593238"/>
            <a:ext cx="41148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psycopg v3 connection to MINI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29000" y="2834640"/>
            <a:ext cx="0" cy="18288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3017520"/>
            <a:ext cx="4114800" cy="50292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017520"/>
            <a:ext cx="411480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sidebar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279038"/>
            <a:ext cx="41148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sliders, file uploaders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29000" y="3749040"/>
            <a:ext cx="1828800" cy="548640"/>
          </a:xfrm>
          <a:prstGeom prst="rect">
            <a:avLst/>
          </a:prstGeom>
          <a:solidFill>
            <a:srgbClr val="FFF0CC"/>
          </a:solidFill>
          <a:ln w="12700">
            <a:solidFill>
              <a:srgbClr val="CCA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3886200"/>
            <a:ext cx="0" cy="-9144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" y="4709160"/>
            <a:ext cx="19202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" y="4709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0" y="4709160"/>
            <a:ext cx="1920240" cy="548640"/>
          </a:xfrm>
          <a:prstGeom prst="rect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4709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uploaded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4709160"/>
            <a:ext cx="19202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4709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upload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65960" y="39319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57800" y="39319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0" y="39319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Similarity — CLIP ViT-B/32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188720"/>
            <a:ext cx="1234440" cy="1005840"/>
          </a:xfrm>
          <a:prstGeom prst="rect">
            <a:avLst/>
          </a:prstGeom>
          <a:solidFill>
            <a:srgbClr val="2A3F8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4108" y="987552"/>
            <a:ext cx="329184" cy="329184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" y="987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11480" y="12801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jpg/png/webp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45920" y="1691640"/>
            <a:ext cx="182880" cy="0"/>
          </a:xfrm>
          <a:prstGeom prst="line">
            <a:avLst/>
          </a:prstGeom>
          <a:noFill/>
          <a:ln w="19050">
            <a:solidFill>
              <a:srgbClr val="5B8C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28800" y="1188720"/>
            <a:ext cx="1234440" cy="1005840"/>
          </a:xfrm>
          <a:prstGeom prst="rect">
            <a:avLst/>
          </a:prstGeom>
          <a:solidFill>
            <a:srgbClr val="2A3F8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1428" y="987552"/>
            <a:ext cx="329184" cy="329184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81428" y="987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828800" y="12801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CLIP model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82880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@st.cache_resource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063240" y="1691640"/>
            <a:ext cx="182880" cy="0"/>
          </a:xfrm>
          <a:prstGeom prst="line">
            <a:avLst/>
          </a:prstGeom>
          <a:noFill/>
          <a:ln w="19050">
            <a:solidFill>
              <a:srgbClr val="5B8C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46120" y="1188720"/>
            <a:ext cx="1234440" cy="1005840"/>
          </a:xfrm>
          <a:prstGeom prst="rect">
            <a:avLst/>
          </a:prstGeom>
          <a:solidFill>
            <a:srgbClr val="2A3F8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98748" y="987552"/>
            <a:ext cx="329184" cy="329184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98748" y="987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46120" y="12801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4612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→ tensor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480560" y="1691640"/>
            <a:ext cx="182880" cy="0"/>
          </a:xfrm>
          <a:prstGeom prst="line">
            <a:avLst/>
          </a:prstGeom>
          <a:noFill/>
          <a:ln w="19050">
            <a:solidFill>
              <a:srgbClr val="5B8C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3440" y="1188720"/>
            <a:ext cx="1234440" cy="1005840"/>
          </a:xfrm>
          <a:prstGeom prst="rect">
            <a:avLst/>
          </a:prstGeom>
          <a:solidFill>
            <a:srgbClr val="2A3F8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116068" y="987552"/>
            <a:ext cx="329184" cy="329184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16068" y="987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663440" y="12801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encode_image()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66344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L2-norm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897880" y="1691640"/>
            <a:ext cx="182880" cy="0"/>
          </a:xfrm>
          <a:prstGeom prst="line">
            <a:avLst/>
          </a:prstGeom>
          <a:noFill/>
          <a:ln w="19050">
            <a:solidFill>
              <a:srgbClr val="5B8C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80760" y="1188720"/>
            <a:ext cx="1234440" cy="1005840"/>
          </a:xfrm>
          <a:prstGeom prst="rect">
            <a:avLst/>
          </a:prstGeom>
          <a:solidFill>
            <a:srgbClr val="2A3F8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33388" y="987552"/>
            <a:ext cx="329184" cy="329184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33388" y="987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080760" y="12801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query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08076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&lt;=&gt; vec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315200" y="1691640"/>
            <a:ext cx="182880" cy="0"/>
          </a:xfrm>
          <a:prstGeom prst="line">
            <a:avLst/>
          </a:prstGeom>
          <a:noFill/>
          <a:ln w="19050">
            <a:solidFill>
              <a:srgbClr val="5B8C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98080" y="1188720"/>
            <a:ext cx="1234440" cy="1005840"/>
          </a:xfrm>
          <a:prstGeom prst="rect">
            <a:avLst/>
          </a:prstGeom>
          <a:solidFill>
            <a:srgbClr val="2A3F8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50708" y="987552"/>
            <a:ext cx="329184" cy="329184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50708" y="987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498080" y="12801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grid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49808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results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57200" y="2514600"/>
            <a:ext cx="8229600" cy="1691640"/>
          </a:xfrm>
          <a:prstGeom prst="rect">
            <a:avLst/>
          </a:prstGeom>
          <a:solidFill>
            <a:srgbClr val="0A1030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85800" y="2944368"/>
            <a:ext cx="7772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loaded once via 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@st.cache_resource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reload on reruns
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CPU or CUDA automatically (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torch.cuda.is_available()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
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is L2-normalised before database query, matching how stored embeddings were computed
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uses 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&lt;=&gt; %s::vector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(pgvector cosine operator), ORDER BY distance ASC, LIMIT 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55448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Similarity — InsightFace ArcFace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170432"/>
            <a:ext cx="1078992" cy="960120"/>
          </a:xfrm>
          <a:prstGeom prst="rect">
            <a:avLst/>
          </a:prstGeom>
          <a:solidFill>
            <a:srgbClr val="2A1A1A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5528" y="978408"/>
            <a:ext cx="310896" cy="310896"/>
          </a:xfrm>
          <a:prstGeom prst="ellipse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978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1243584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image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1764792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jpg/png/webp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490472" y="1650492"/>
            <a:ext cx="128016" cy="0"/>
          </a:xfrm>
          <a:prstGeom prst="line">
            <a:avLst/>
          </a:prstGeom>
          <a:noFill/>
          <a:ln w="19050">
            <a:solidFill>
              <a:srgbClr val="E070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18488" y="1170432"/>
            <a:ext cx="1078992" cy="960120"/>
          </a:xfrm>
          <a:prstGeom prst="rect">
            <a:avLst/>
          </a:prstGeom>
          <a:solidFill>
            <a:srgbClr val="2A1A1A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02536" y="978408"/>
            <a:ext cx="310896" cy="310896"/>
          </a:xfrm>
          <a:prstGeom prst="ellipse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02536" y="978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618488" y="1243584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buffalo_l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618488" y="1764792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@st.cache_resource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697480" y="1650492"/>
            <a:ext cx="128016" cy="0"/>
          </a:xfrm>
          <a:prstGeom prst="line">
            <a:avLst/>
          </a:prstGeom>
          <a:noFill/>
          <a:ln w="19050">
            <a:solidFill>
              <a:srgbClr val="E0706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25496" y="1170432"/>
            <a:ext cx="1078992" cy="960120"/>
          </a:xfrm>
          <a:prstGeom prst="rect">
            <a:avLst/>
          </a:prstGeom>
          <a:solidFill>
            <a:srgbClr val="2A1A1A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9544" y="978408"/>
            <a:ext cx="310896" cy="310896"/>
          </a:xfrm>
          <a:prstGeom prst="ellipse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9544" y="978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825496" y="1243584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BGR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825496" y="1764792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imdecode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904488" y="1650492"/>
            <a:ext cx="128016" cy="0"/>
          </a:xfrm>
          <a:prstGeom prst="line">
            <a:avLst/>
          </a:prstGeom>
          <a:noFill/>
          <a:ln w="19050">
            <a:solidFill>
              <a:srgbClr val="E0706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32504" y="1170432"/>
            <a:ext cx="1078992" cy="960120"/>
          </a:xfrm>
          <a:prstGeom prst="rect">
            <a:avLst/>
          </a:prstGeom>
          <a:solidFill>
            <a:srgbClr val="2A1A1A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16552" y="978408"/>
            <a:ext cx="310896" cy="310896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16552" y="978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032504" y="1243584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032504" y="1764792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det_size 640×640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111496" y="1650492"/>
            <a:ext cx="128016" cy="0"/>
          </a:xfrm>
          <a:prstGeom prst="line">
            <a:avLst/>
          </a:prstGeom>
          <a:noFill/>
          <a:ln w="19050">
            <a:solidFill>
              <a:srgbClr val="E0706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239512" y="1170432"/>
            <a:ext cx="1078992" cy="960120"/>
          </a:xfrm>
          <a:prstGeom prst="rect">
            <a:avLst/>
          </a:prstGeom>
          <a:solidFill>
            <a:srgbClr val="2A1A1A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23560" y="978408"/>
            <a:ext cx="310896" cy="310896"/>
          </a:xfrm>
          <a:prstGeom prst="ellipse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23560" y="978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239512" y="1243584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face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239512" y="1764792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bbox area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318504" y="1650492"/>
            <a:ext cx="128016" cy="0"/>
          </a:xfrm>
          <a:prstGeom prst="line">
            <a:avLst/>
          </a:prstGeom>
          <a:noFill/>
          <a:ln w="19050">
            <a:solidFill>
              <a:srgbClr val="E0706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46520" y="1170432"/>
            <a:ext cx="1078992" cy="960120"/>
          </a:xfrm>
          <a:prstGeom prst="rect">
            <a:avLst/>
          </a:prstGeom>
          <a:solidFill>
            <a:srgbClr val="2A1A1A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830568" y="978408"/>
            <a:ext cx="310896" cy="310896"/>
          </a:xfrm>
          <a:prstGeom prst="ellipse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30568" y="978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446520" y="1243584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446520" y="1764792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vector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525512" y="1650492"/>
            <a:ext cx="128016" cy="0"/>
          </a:xfrm>
          <a:prstGeom prst="line">
            <a:avLst/>
          </a:prstGeom>
          <a:noFill/>
          <a:ln w="19050">
            <a:solidFill>
              <a:srgbClr val="E0706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653528" y="1170432"/>
            <a:ext cx="1078992" cy="960120"/>
          </a:xfrm>
          <a:prstGeom prst="rect">
            <a:avLst/>
          </a:prstGeom>
          <a:solidFill>
            <a:srgbClr val="2A1A1A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037576" y="978408"/>
            <a:ext cx="310896" cy="310896"/>
          </a:xfrm>
          <a:prstGeom prst="ellipse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37576" y="978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653528" y="1243584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query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653528" y="1764792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face_embedding &lt;=&gt; vec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57200" y="2423160"/>
            <a:ext cx="3840480" cy="594360"/>
          </a:xfrm>
          <a:prstGeom prst="rect">
            <a:avLst/>
          </a:prstGeom>
          <a:solidFill>
            <a:srgbClr val="3A1515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4360" y="2423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If no face is detected — st.warning() shown, search aborted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57200" y="3108960"/>
            <a:ext cx="8229600" cy="1600200"/>
          </a:xfrm>
          <a:prstGeom prst="rect">
            <a:avLst/>
          </a:prstGeom>
          <a:solidFill>
            <a:srgbClr val="0A1030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858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details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85800" y="3547872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InsightFace 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buffalo_l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(ArcFace) — must match embeddings already stored in the DB
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decodes image as BGR (not RGB) — required by InsightFace
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faces? The largest bounding box wins: 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max(faces, key=lambda f: bbox_area)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query: 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face_embedding &lt;=&gt; %s::vector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photos table, ORDER BY distance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55448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Metadata Search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3017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14400"/>
            <a:ext cx="3017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914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filters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1417320"/>
            <a:ext cx="73152" cy="2011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3898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pathname (ILIKE)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1737360"/>
            <a:ext cx="73152" cy="2011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" y="17099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(ILIKE)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2057400"/>
            <a:ext cx="73152" cy="2011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" y="20299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shutter speed (ILIKE)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" y="2377440"/>
            <a:ext cx="73152" cy="2011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3500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(ILIKE)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2697480"/>
            <a:ext cx="73152" cy="2011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" y="267004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length (ILIKE)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3017520"/>
            <a:ext cx="73152" cy="2011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29900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model (ILIKE)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1480" y="3337560"/>
            <a:ext cx="73152" cy="2011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" y="33101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model (ILIKE)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1480" y="3657600"/>
            <a:ext cx="73152" cy="2011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" y="36301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(ILIKE)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11480" y="3977640"/>
            <a:ext cx="73152" cy="2011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3950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from / date to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11480" y="4297680"/>
            <a:ext cx="73152" cy="2011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6072" y="427024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tag search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91840" y="2834640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794760" y="91440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794760" y="914400"/>
            <a:ext cx="2743200" cy="41148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79476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build_full_query()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931920" y="14173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1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each non-empty filter:
</a:t>
            </a:r>
            <a:pPr indent="0" marL="0">
              <a:buNone/>
            </a:pPr>
            <a:r>
              <a:rPr lang="en-US" sz="1000" dirty="0">
                <a:solidFill>
                  <a:srgbClr val="1A21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col::text ILIKE %s  →  "%value%"
</a:t>
            </a:r>
            <a:pPr indent="0" marL="0">
              <a:buNone/>
            </a:pPr>
            <a:r>
              <a:rPr lang="en-US" sz="1000" b="1" dirty="0">
                <a:solidFill>
                  <a:srgbClr val="1A21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Date range:
</a:t>
            </a:r>
            <a:pPr indent="0" marL="0">
              <a:buNone/>
            </a:pPr>
            <a:r>
              <a:rPr lang="en-US" sz="1000" dirty="0">
                <a:solidFill>
                  <a:srgbClr val="1A21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date_taken &gt;= from
  date_taken &lt;= to
</a:t>
            </a:r>
            <a:pPr indent="0" marL="0">
              <a:buNone/>
            </a:pPr>
            <a:r>
              <a:rPr lang="en-US" sz="1000" b="1" dirty="0">
                <a:solidFill>
                  <a:srgbClr val="1A21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Full-text:
</a:t>
            </a:r>
            <a:pPr indent="0" marL="0">
              <a:buNone/>
            </a:pPr>
            <a:r>
              <a:rPr lang="en-US" sz="1000" dirty="0">
                <a:solidFill>
                  <a:srgbClr val="1A21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analysis_tags @@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1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plainto_tsquery('simple',...)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794760" y="3429000"/>
            <a:ext cx="27432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94760" y="3429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date_taken DESC  ·  LIMIT 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537960" y="2834640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949440" y="1554480"/>
            <a:ext cx="192024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5B8C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91640"/>
            <a:ext cx="502920" cy="50292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94944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694944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table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solidFill>
            <a:srgbClr val="E8F0FF"/>
          </a:solidFill>
          <a:ln w="12700">
            <a:solidFill>
              <a:srgbClr val="B0C0E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→ render_photo_grid() → 3-column grid of thumbnail cards with EXIF metadata captions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55448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Rendering &amp; Display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960120"/>
            <a:ext cx="73152" cy="6583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" y="1124712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" y="1124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9966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load_photo_bytes()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289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bytes from filesystem path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88920" y="1618488"/>
            <a:ext cx="0" cy="146304"/>
          </a:xfrm>
          <a:prstGeom prst="line">
            <a:avLst/>
          </a:prstGeom>
          <a:noFill/>
          <a:ln w="19050">
            <a:solidFill>
              <a:srgbClr val="5B8C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764792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1764792"/>
            <a:ext cx="73152" cy="6583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4592" y="1929384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4592" y="19293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18013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photo_to_base64_thumb()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20939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resize ≤600px, JPEG q=82, base64 encode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88920" y="2423160"/>
            <a:ext cx="0" cy="146304"/>
          </a:xfrm>
          <a:prstGeom prst="line">
            <a:avLst/>
          </a:prstGeom>
          <a:noFill/>
          <a:ln w="19050">
            <a:solidFill>
              <a:srgbClr val="5B8C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2569464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2569464"/>
            <a:ext cx="73152" cy="6583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64592" y="273405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4592" y="2734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2606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st.image( data:image/jpeg;base64,… 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2898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at width='stretch' in grid column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88920" y="3227832"/>
            <a:ext cx="0" cy="146304"/>
          </a:xfrm>
          <a:prstGeom prst="line">
            <a:avLst/>
          </a:prstGeom>
          <a:noFill/>
          <a:ln w="19050">
            <a:solidFill>
              <a:srgbClr val="5B8C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" y="3374136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4320" y="3374136"/>
            <a:ext cx="73152" cy="6583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4592" y="3538728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4592" y="3538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34107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st.caption()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3703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· Lens · f/ · shutter · ISO · date · distance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788920" y="4032504"/>
            <a:ext cx="0" cy="146304"/>
          </a:xfrm>
          <a:prstGeom prst="line">
            <a:avLst/>
          </a:prstGeom>
          <a:noFill/>
          <a:ln w="19050">
            <a:solidFill>
              <a:srgbClr val="5B8C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4178808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74320" y="4178808"/>
            <a:ext cx="73152" cy="65836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64592" y="4343400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64592" y="4343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57200" y="42153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View full size button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7200" y="4507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@st.dialog(width='large') modal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577840" y="960120"/>
            <a:ext cx="3291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577840" y="960120"/>
            <a:ext cx="32918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77840" y="9601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3-column grid (PHOTOS_PER_ROW = 3)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687568" y="1389888"/>
            <a:ext cx="969264" cy="64008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687568" y="2029968"/>
            <a:ext cx="969264" cy="29260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87568" y="2048256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f/2.8 · 1/250 · ISO 400</a:t>
            </a:r>
            <a:endParaRPr lang="en-US" sz="550" dirty="0"/>
          </a:p>
        </p:txBody>
      </p:sp>
      <p:sp>
        <p:nvSpPr>
          <p:cNvPr id="45" name="Shape 42"/>
          <p:cNvSpPr/>
          <p:nvPr/>
        </p:nvSpPr>
        <p:spPr>
          <a:xfrm>
            <a:off x="6729984" y="1389888"/>
            <a:ext cx="969264" cy="640080"/>
          </a:xfrm>
          <a:prstGeom prst="rect">
            <a:avLst/>
          </a:prstGeom>
          <a:solidFill>
            <a:srgbClr val="E07060">
              <a:alpha val="60000"/>
            </a:srgbClr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729984" y="2029968"/>
            <a:ext cx="969264" cy="29260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29984" y="2048256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f/2.8 · 1/250 · ISO 400</a:t>
            </a:r>
            <a:endParaRPr lang="en-US" sz="550" dirty="0"/>
          </a:p>
        </p:txBody>
      </p:sp>
      <p:sp>
        <p:nvSpPr>
          <p:cNvPr id="48" name="Shape 45"/>
          <p:cNvSpPr/>
          <p:nvPr/>
        </p:nvSpPr>
        <p:spPr>
          <a:xfrm>
            <a:off x="7772400" y="1389888"/>
            <a:ext cx="969264" cy="640080"/>
          </a:xfrm>
          <a:prstGeom prst="rect">
            <a:avLst/>
          </a:prstGeom>
          <a:solidFill>
            <a:srgbClr val="2A3F8F">
              <a:alpha val="60000"/>
            </a:srgbClr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72400" y="2029968"/>
            <a:ext cx="969264" cy="29260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772400" y="2048256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f/2.8 · 1/250 · ISO 400</a:t>
            </a:r>
            <a:endParaRPr lang="en-US" sz="550" dirty="0"/>
          </a:p>
        </p:txBody>
      </p:sp>
      <p:sp>
        <p:nvSpPr>
          <p:cNvPr id="51" name="Shape 48"/>
          <p:cNvSpPr/>
          <p:nvPr/>
        </p:nvSpPr>
        <p:spPr>
          <a:xfrm>
            <a:off x="5687568" y="2468880"/>
            <a:ext cx="969264" cy="640080"/>
          </a:xfrm>
          <a:prstGeom prst="rect">
            <a:avLst/>
          </a:prstGeom>
          <a:solidFill>
            <a:srgbClr val="E07060">
              <a:alpha val="60000"/>
            </a:srgbClr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687568" y="3108960"/>
            <a:ext cx="969264" cy="29260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87568" y="312724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f/2.8 · 1/250 · ISO 400</a:t>
            </a:r>
            <a:endParaRPr lang="en-US" sz="550" dirty="0"/>
          </a:p>
        </p:txBody>
      </p:sp>
      <p:sp>
        <p:nvSpPr>
          <p:cNvPr id="54" name="Shape 51"/>
          <p:cNvSpPr/>
          <p:nvPr/>
        </p:nvSpPr>
        <p:spPr>
          <a:xfrm>
            <a:off x="6729984" y="2468880"/>
            <a:ext cx="969264" cy="640080"/>
          </a:xfrm>
          <a:prstGeom prst="rect">
            <a:avLst/>
          </a:prstGeom>
          <a:solidFill>
            <a:srgbClr val="2A3F8F">
              <a:alpha val="60000"/>
            </a:srgbClr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729984" y="3108960"/>
            <a:ext cx="969264" cy="29260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729984" y="312724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f/2.8 · 1/250 · ISO 400</a:t>
            </a:r>
            <a:endParaRPr lang="en-US" sz="550" dirty="0"/>
          </a:p>
        </p:txBody>
      </p:sp>
      <p:sp>
        <p:nvSpPr>
          <p:cNvPr id="57" name="Shape 54"/>
          <p:cNvSpPr/>
          <p:nvPr/>
        </p:nvSpPr>
        <p:spPr>
          <a:xfrm>
            <a:off x="7772400" y="2468880"/>
            <a:ext cx="969264" cy="64008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772400" y="3108960"/>
            <a:ext cx="969264" cy="29260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772400" y="312724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f/2.8 · 1/250 · ISO 400</a:t>
            </a:r>
            <a:endParaRPr lang="en-US" sz="550" dirty="0"/>
          </a:p>
        </p:txBody>
      </p:sp>
      <p:sp>
        <p:nvSpPr>
          <p:cNvPr id="60" name="Shape 57"/>
          <p:cNvSpPr/>
          <p:nvPr/>
        </p:nvSpPr>
        <p:spPr>
          <a:xfrm>
            <a:off x="5687568" y="3547872"/>
            <a:ext cx="969264" cy="640080"/>
          </a:xfrm>
          <a:prstGeom prst="rect">
            <a:avLst/>
          </a:prstGeom>
          <a:solidFill>
            <a:srgbClr val="2A3F8F">
              <a:alpha val="60000"/>
            </a:srgbClr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687568" y="4187952"/>
            <a:ext cx="969264" cy="29260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687568" y="420624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f/2.8 · 1/250 · ISO 400</a:t>
            </a:r>
            <a:endParaRPr lang="en-US" sz="550" dirty="0"/>
          </a:p>
        </p:txBody>
      </p:sp>
      <p:sp>
        <p:nvSpPr>
          <p:cNvPr id="63" name="Shape 60"/>
          <p:cNvSpPr/>
          <p:nvPr/>
        </p:nvSpPr>
        <p:spPr>
          <a:xfrm>
            <a:off x="6729984" y="3547872"/>
            <a:ext cx="969264" cy="64008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729984" y="4187952"/>
            <a:ext cx="969264" cy="29260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729984" y="420624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f/2.8 · 1/250 · ISO 400</a:t>
            </a:r>
            <a:endParaRPr lang="en-US" sz="550" dirty="0"/>
          </a:p>
        </p:txBody>
      </p:sp>
      <p:sp>
        <p:nvSpPr>
          <p:cNvPr id="66" name="Shape 63"/>
          <p:cNvSpPr/>
          <p:nvPr/>
        </p:nvSpPr>
        <p:spPr>
          <a:xfrm>
            <a:off x="7772400" y="3547872"/>
            <a:ext cx="969264" cy="640080"/>
          </a:xfrm>
          <a:prstGeom prst="rect">
            <a:avLst/>
          </a:prstGeom>
          <a:solidFill>
            <a:srgbClr val="E07060">
              <a:alpha val="60000"/>
            </a:srgbClr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772400" y="4187952"/>
            <a:ext cx="969264" cy="29260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7772400" y="420624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3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f/2.8 · 1/250 · ISO 400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55448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Caching Strategy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2743200" cy="3474720"/>
          </a:xfrm>
          <a:prstGeom prst="rect">
            <a:avLst/>
          </a:prstGeom>
          <a:solidFill>
            <a:srgbClr val="1224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96012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@st.cache_resource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74320" y="1993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get_db_connection()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432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 v3 · autocommit=True · dict_row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2743200"/>
            <a:ext cx="237744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28346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connection to photoschat on MINI over 1 Gbps LAN. Reused across all Streamlit reruns.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18688" y="960120"/>
            <a:ext cx="2743200" cy="3474720"/>
          </a:xfrm>
          <a:prstGeom prst="rect">
            <a:avLst/>
          </a:prstGeom>
          <a:solidFill>
            <a:srgbClr val="12244A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18688" y="960120"/>
            <a:ext cx="2743200" cy="73152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09728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18688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@st.cache_resource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218688" y="1993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get_clip_model()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218688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 · CUDA or CPU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401568" y="2743200"/>
            <a:ext cx="2377440" cy="0"/>
          </a:xfrm>
          <a:prstGeom prst="line">
            <a:avLst/>
          </a:prstGeom>
          <a:noFill/>
          <a:ln w="6350">
            <a:solidFill>
              <a:srgbClr val="5B8C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355848" y="28346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loaded once at first image search. Preprocessing pipeline included. GPU used if available.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163056" y="960120"/>
            <a:ext cx="2743200" cy="3474720"/>
          </a:xfrm>
          <a:prstGeom prst="rect">
            <a:avLst/>
          </a:prstGeom>
          <a:solidFill>
            <a:srgbClr val="12244A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63056" y="960120"/>
            <a:ext cx="2743200" cy="73152"/>
          </a:xfrm>
          <a:prstGeom prst="rect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109728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163056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@st.cache_resource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163056" y="1993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get_face_analyzer()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163056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buffalo_l · ArcFace 512-d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345936" y="2743200"/>
            <a:ext cx="2377440" cy="0"/>
          </a:xfrm>
          <a:prstGeom prst="line">
            <a:avLst/>
          </a:prstGeom>
          <a:noFill/>
          <a:ln w="6350">
            <a:solidFill>
              <a:srgbClr val="E0706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300216" y="28346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on CPU. Detector size 640×640. Embedding model must match stored DB embeddings.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resources are initialised on first use and held in memory for the lifetime of the Streamlit process — zero reloading overhead on repeated searches.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73152" cy="50292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161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modes, one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49047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similarity (CLIP), face similarity (ArcFace), and standard metadata search are selected automatically by the sidebar state.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47672"/>
            <a:ext cx="73152" cy="50292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293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cached once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20370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connection, CLIP, and InsightFace models are all held via @st.cache_resource — no reloads on Streamlit reruns.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60904"/>
            <a:ext cx="73152" cy="50292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6426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consistency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291693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search only works correctly if database embeddings were generated with the same buffalo_l ArcFace model.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374136"/>
            <a:ext cx="73152" cy="50292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55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LAN-efficient display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3630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are read from the filesystem at display time, resized to ≤600 px thumbnails, and sent as base64 JPEG to the browser.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cl_photoschat_embedding.py  ·  Streamlit · PostgreSQL 18 · pgvector · CLIP · InsightFace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PhotosChat Browser — Architecture Overview</dc:title>
  <dc:subject>PptxGenJS Presentation</dc:subject>
  <dc:creator>PptxGenJS</dc:creator>
  <cp:lastModifiedBy>PptxGenJS</cp:lastModifiedBy>
  <cp:revision>1</cp:revision>
  <dcterms:created xsi:type="dcterms:W3CDTF">2026-03-28T15:21:16Z</dcterms:created>
  <dcterms:modified xsi:type="dcterms:W3CDTF">2026-03-28T15:21:16Z</dcterms:modified>
</cp:coreProperties>
</file>